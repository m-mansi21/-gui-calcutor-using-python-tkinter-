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5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15D98E-7484-448A-9397-F27DA8289737}" v="48" dt="2026-08-20T10:07:16.4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3" d="100"/>
          <a:sy n="73" d="100"/>
        </p:scale>
        <p:origin x="1070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si ahuja" userId="1fc9052d0dc42663" providerId="LiveId" clId="{853210BB-ECEC-4DBE-8A4D-1D0854874801}"/>
    <pc:docChg chg="undo custSel addSld modSld sldOrd modMainMaster">
      <pc:chgData name="mansi ahuja" userId="1fc9052d0dc42663" providerId="LiveId" clId="{853210BB-ECEC-4DBE-8A4D-1D0854874801}" dt="2026-08-20T10:08:00.461" v="1129"/>
      <pc:docMkLst>
        <pc:docMk/>
      </pc:docMkLst>
      <pc:sldChg chg="addSp delSp modSp mod ord">
        <pc:chgData name="mansi ahuja" userId="1fc9052d0dc42663" providerId="LiveId" clId="{853210BB-ECEC-4DBE-8A4D-1D0854874801}" dt="2026-08-20T10:08:00.461" v="1129"/>
        <pc:sldMkLst>
          <pc:docMk/>
          <pc:sldMk cId="2139564897" sldId="256"/>
        </pc:sldMkLst>
        <pc:spChg chg="mod">
          <ac:chgData name="mansi ahuja" userId="1fc9052d0dc42663" providerId="LiveId" clId="{853210BB-ECEC-4DBE-8A4D-1D0854874801}" dt="2026-08-20T08:47:51.844" v="679" actId="207"/>
          <ac:spMkLst>
            <pc:docMk/>
            <pc:sldMk cId="2139564897" sldId="256"/>
            <ac:spMk id="2" creationId="{F95BD386-23FE-4857-3F9D-32D002515186}"/>
          </ac:spMkLst>
        </pc:spChg>
        <pc:spChg chg="mod">
          <ac:chgData name="mansi ahuja" userId="1fc9052d0dc42663" providerId="LiveId" clId="{853210BB-ECEC-4DBE-8A4D-1D0854874801}" dt="2026-08-20T08:47:41.668" v="678" actId="207"/>
          <ac:spMkLst>
            <pc:docMk/>
            <pc:sldMk cId="2139564897" sldId="256"/>
            <ac:spMk id="3" creationId="{D874166D-4482-E799-EB1D-514F8FACFA4B}"/>
          </ac:spMkLst>
        </pc:spChg>
        <pc:spChg chg="add mod">
          <ac:chgData name="mansi ahuja" userId="1fc9052d0dc42663" providerId="LiveId" clId="{853210BB-ECEC-4DBE-8A4D-1D0854874801}" dt="2026-08-20T08:43:59.735" v="623" actId="207"/>
          <ac:spMkLst>
            <pc:docMk/>
            <pc:sldMk cId="2139564897" sldId="256"/>
            <ac:spMk id="5" creationId="{896754FF-CB75-427C-B6AC-D88DC86B4D3D}"/>
          </ac:spMkLst>
        </pc:spChg>
        <pc:spChg chg="add del mod">
          <ac:chgData name="mansi ahuja" userId="1fc9052d0dc42663" providerId="LiveId" clId="{853210BB-ECEC-4DBE-8A4D-1D0854874801}" dt="2026-08-20T08:25:19.569" v="256" actId="22"/>
          <ac:spMkLst>
            <pc:docMk/>
            <pc:sldMk cId="2139564897" sldId="256"/>
            <ac:spMk id="7" creationId="{4D364207-3DB4-E707-58C5-73681EEAB578}"/>
          </ac:spMkLst>
        </pc:spChg>
        <pc:spChg chg="add del mod">
          <ac:chgData name="mansi ahuja" userId="1fc9052d0dc42663" providerId="LiveId" clId="{853210BB-ECEC-4DBE-8A4D-1D0854874801}" dt="2026-08-20T08:29:15.244" v="371"/>
          <ac:spMkLst>
            <pc:docMk/>
            <pc:sldMk cId="2139564897" sldId="256"/>
            <ac:spMk id="8" creationId="{E7DD5C6C-B6B6-EEF7-D3BC-370BCEFDEA2D}"/>
          </ac:spMkLst>
        </pc:spChg>
      </pc:sldChg>
      <pc:sldChg chg="addSp delSp modSp new mod ord">
        <pc:chgData name="mansi ahuja" userId="1fc9052d0dc42663" providerId="LiveId" clId="{853210BB-ECEC-4DBE-8A4D-1D0854874801}" dt="2026-08-20T10:07:57.618" v="1127"/>
        <pc:sldMkLst>
          <pc:docMk/>
          <pc:sldMk cId="4222288215" sldId="257"/>
        </pc:sldMkLst>
        <pc:spChg chg="add del mod">
          <ac:chgData name="mansi ahuja" userId="1fc9052d0dc42663" providerId="LiveId" clId="{853210BB-ECEC-4DBE-8A4D-1D0854874801}" dt="2026-08-20T08:41:31.372" v="572" actId="21"/>
          <ac:spMkLst>
            <pc:docMk/>
            <pc:sldMk cId="4222288215" sldId="257"/>
            <ac:spMk id="2" creationId="{008D54DB-BF8E-29BA-098E-6177234FBB00}"/>
          </ac:spMkLst>
        </pc:spChg>
        <pc:spChg chg="mod">
          <ac:chgData name="mansi ahuja" userId="1fc9052d0dc42663" providerId="LiveId" clId="{853210BB-ECEC-4DBE-8A4D-1D0854874801}" dt="2026-08-20T10:04:19.931" v="1034" actId="27636"/>
          <ac:spMkLst>
            <pc:docMk/>
            <pc:sldMk cId="4222288215" sldId="257"/>
            <ac:spMk id="3" creationId="{194CC23B-EADF-C933-DAC7-CF55AC7922BB}"/>
          </ac:spMkLst>
        </pc:spChg>
        <pc:spChg chg="add mod">
          <ac:chgData name="mansi ahuja" userId="1fc9052d0dc42663" providerId="LiveId" clId="{853210BB-ECEC-4DBE-8A4D-1D0854874801}" dt="2026-08-20T08:48:08.501" v="681" actId="207"/>
          <ac:spMkLst>
            <pc:docMk/>
            <pc:sldMk cId="4222288215" sldId="257"/>
            <ac:spMk id="5" creationId="{30F7A994-B631-37AE-96F8-8BAECDEC42CD}"/>
          </ac:spMkLst>
        </pc:spChg>
        <pc:spChg chg="add mod">
          <ac:chgData name="mansi ahuja" userId="1fc9052d0dc42663" providerId="LiveId" clId="{853210BB-ECEC-4DBE-8A4D-1D0854874801}" dt="2026-08-20T08:48:13.279" v="682" actId="207"/>
          <ac:spMkLst>
            <pc:docMk/>
            <pc:sldMk cId="4222288215" sldId="257"/>
            <ac:spMk id="7" creationId="{A9FA14DB-64EB-7833-F4DF-4C303BEF13BD}"/>
          </ac:spMkLst>
        </pc:spChg>
        <pc:spChg chg="add mod">
          <ac:chgData name="mansi ahuja" userId="1fc9052d0dc42663" providerId="LiveId" clId="{853210BB-ECEC-4DBE-8A4D-1D0854874801}" dt="2026-08-20T08:48:21.535" v="683" actId="207"/>
          <ac:spMkLst>
            <pc:docMk/>
            <pc:sldMk cId="4222288215" sldId="257"/>
            <ac:spMk id="9" creationId="{2D5876B8-38C3-E76D-85E1-698E973A1A4A}"/>
          </ac:spMkLst>
        </pc:spChg>
        <pc:spChg chg="add mod">
          <ac:chgData name="mansi ahuja" userId="1fc9052d0dc42663" providerId="LiveId" clId="{853210BB-ECEC-4DBE-8A4D-1D0854874801}" dt="2026-08-20T08:41:03.498" v="562" actId="767"/>
          <ac:spMkLst>
            <pc:docMk/>
            <pc:sldMk cId="4222288215" sldId="257"/>
            <ac:spMk id="21" creationId="{2140CC14-1FC1-DFA6-EE79-49908280FD33}"/>
          </ac:spMkLst>
        </pc:spChg>
        <pc:spChg chg="add mod">
          <ac:chgData name="mansi ahuja" userId="1fc9052d0dc42663" providerId="LiveId" clId="{853210BB-ECEC-4DBE-8A4D-1D0854874801}" dt="2026-08-20T08:48:45.579" v="688" actId="207"/>
          <ac:spMkLst>
            <pc:docMk/>
            <pc:sldMk cId="4222288215" sldId="257"/>
            <ac:spMk id="23" creationId="{068BFA47-6B05-C970-3212-791682E04EF1}"/>
          </ac:spMkLst>
        </pc:spChg>
        <pc:cxnChg chg="add del mod">
          <ac:chgData name="mansi ahuja" userId="1fc9052d0dc42663" providerId="LiveId" clId="{853210BB-ECEC-4DBE-8A4D-1D0854874801}" dt="2026-08-20T08:43:18.205" v="621" actId="21"/>
          <ac:cxnSpMkLst>
            <pc:docMk/>
            <pc:sldMk cId="4222288215" sldId="257"/>
            <ac:cxnSpMk id="11" creationId="{D4682EC3-D45B-183D-05F7-53FC67FBB74B}"/>
          </ac:cxnSpMkLst>
        </pc:cxnChg>
        <pc:cxnChg chg="add del mod">
          <ac:chgData name="mansi ahuja" userId="1fc9052d0dc42663" providerId="LiveId" clId="{853210BB-ECEC-4DBE-8A4D-1D0854874801}" dt="2026-08-20T08:43:21.477" v="622" actId="21"/>
          <ac:cxnSpMkLst>
            <pc:docMk/>
            <pc:sldMk cId="4222288215" sldId="257"/>
            <ac:cxnSpMk id="16" creationId="{0057B092-6A53-1FEF-7DDA-F18DA8EC433E}"/>
          </ac:cxnSpMkLst>
        </pc:cxnChg>
      </pc:sldChg>
      <pc:sldChg chg="addSp delSp modSp new mod">
        <pc:chgData name="mansi ahuja" userId="1fc9052d0dc42663" providerId="LiveId" clId="{853210BB-ECEC-4DBE-8A4D-1D0854874801}" dt="2026-08-20T09:59:11.363" v="945" actId="1076"/>
        <pc:sldMkLst>
          <pc:docMk/>
          <pc:sldMk cId="884921543" sldId="258"/>
        </pc:sldMkLst>
        <pc:spChg chg="del">
          <ac:chgData name="mansi ahuja" userId="1fc9052d0dc42663" providerId="LiveId" clId="{853210BB-ECEC-4DBE-8A4D-1D0854874801}" dt="2026-08-20T09:46:24.284" v="774" actId="21"/>
          <ac:spMkLst>
            <pc:docMk/>
            <pc:sldMk cId="884921543" sldId="258"/>
            <ac:spMk id="2" creationId="{A9138C0D-5AC6-4506-A784-7B2B0F55FBC1}"/>
          </ac:spMkLst>
        </pc:spChg>
        <pc:spChg chg="del mod">
          <ac:chgData name="mansi ahuja" userId="1fc9052d0dc42663" providerId="LiveId" clId="{853210BB-ECEC-4DBE-8A4D-1D0854874801}" dt="2026-08-20T09:40:00.711" v="717" actId="21"/>
          <ac:spMkLst>
            <pc:docMk/>
            <pc:sldMk cId="884921543" sldId="258"/>
            <ac:spMk id="3" creationId="{9A8B396B-C052-12D4-4F82-C1B4D34ECC87}"/>
          </ac:spMkLst>
        </pc:spChg>
        <pc:spChg chg="add del mod">
          <ac:chgData name="mansi ahuja" userId="1fc9052d0dc42663" providerId="LiveId" clId="{853210BB-ECEC-4DBE-8A4D-1D0854874801}" dt="2026-08-20T09:40:38.262" v="721" actId="21"/>
          <ac:spMkLst>
            <pc:docMk/>
            <pc:sldMk cId="884921543" sldId="258"/>
            <ac:spMk id="8" creationId="{9A8B396B-C052-12D4-4F82-C1B4D34ECC87}"/>
          </ac:spMkLst>
        </pc:spChg>
        <pc:spChg chg="add mod">
          <ac:chgData name="mansi ahuja" userId="1fc9052d0dc42663" providerId="LiveId" clId="{853210BB-ECEC-4DBE-8A4D-1D0854874801}" dt="2026-08-20T09:40:40.160" v="722"/>
          <ac:spMkLst>
            <pc:docMk/>
            <pc:sldMk cId="884921543" sldId="258"/>
            <ac:spMk id="9" creationId="{9A8B396B-C052-12D4-4F82-C1B4D34ECC87}"/>
          </ac:spMkLst>
        </pc:spChg>
        <pc:spChg chg="add del mod">
          <ac:chgData name="mansi ahuja" userId="1fc9052d0dc42663" providerId="LiveId" clId="{853210BB-ECEC-4DBE-8A4D-1D0854874801}" dt="2026-08-20T09:46:19.362" v="773" actId="21"/>
          <ac:spMkLst>
            <pc:docMk/>
            <pc:sldMk cId="884921543" sldId="258"/>
            <ac:spMk id="10" creationId="{82F191FE-8B43-6B20-66F8-200AEEF29C11}"/>
          </ac:spMkLst>
        </pc:spChg>
        <pc:spChg chg="add del mod">
          <ac:chgData name="mansi ahuja" userId="1fc9052d0dc42663" providerId="LiveId" clId="{853210BB-ECEC-4DBE-8A4D-1D0854874801}" dt="2026-08-20T09:46:27.889" v="775" actId="21"/>
          <ac:spMkLst>
            <pc:docMk/>
            <pc:sldMk cId="884921543" sldId="258"/>
            <ac:spMk id="12" creationId="{FCCB0F9A-65CC-ABA4-0C76-0821ABF7EEC1}"/>
          </ac:spMkLst>
        </pc:spChg>
        <pc:spChg chg="add del mod">
          <ac:chgData name="mansi ahuja" userId="1fc9052d0dc42663" providerId="LiveId" clId="{853210BB-ECEC-4DBE-8A4D-1D0854874801}" dt="2026-08-20T09:53:50.979" v="823" actId="21"/>
          <ac:spMkLst>
            <pc:docMk/>
            <pc:sldMk cId="884921543" sldId="258"/>
            <ac:spMk id="26" creationId="{3DC7E207-556B-576C-5E5D-0F3E0AEAD051}"/>
          </ac:spMkLst>
        </pc:spChg>
        <pc:spChg chg="add mod">
          <ac:chgData name="mansi ahuja" userId="1fc9052d0dc42663" providerId="LiveId" clId="{853210BB-ECEC-4DBE-8A4D-1D0854874801}" dt="2026-08-20T09:59:11.363" v="945" actId="1076"/>
          <ac:spMkLst>
            <pc:docMk/>
            <pc:sldMk cId="884921543" sldId="258"/>
            <ac:spMk id="32" creationId="{09414962-4C13-B4F2-D194-5B5B05F16FAC}"/>
          </ac:spMkLst>
        </pc:spChg>
        <pc:spChg chg="add mod">
          <ac:chgData name="mansi ahuja" userId="1fc9052d0dc42663" providerId="LiveId" clId="{853210BB-ECEC-4DBE-8A4D-1D0854874801}" dt="2026-08-20T09:58:54.956" v="941" actId="1076"/>
          <ac:spMkLst>
            <pc:docMk/>
            <pc:sldMk cId="884921543" sldId="258"/>
            <ac:spMk id="36" creationId="{AF1166E8-D3EC-7E0D-F3C7-0C07C14EC17B}"/>
          </ac:spMkLst>
        </pc:spChg>
        <pc:picChg chg="add del mod modCrop">
          <ac:chgData name="mansi ahuja" userId="1fc9052d0dc42663" providerId="LiveId" clId="{853210BB-ECEC-4DBE-8A4D-1D0854874801}" dt="2026-08-20T09:54:45.991" v="835" actId="21"/>
          <ac:picMkLst>
            <pc:docMk/>
            <pc:sldMk cId="884921543" sldId="258"/>
            <ac:picMk id="5" creationId="{98EAD7EB-3032-88FF-1879-A4BD6A70077F}"/>
          </ac:picMkLst>
        </pc:picChg>
        <pc:picChg chg="add del mod modCrop">
          <ac:chgData name="mansi ahuja" userId="1fc9052d0dc42663" providerId="LiveId" clId="{853210BB-ECEC-4DBE-8A4D-1D0854874801}" dt="2026-08-20T09:57:10.533" v="880" actId="21"/>
          <ac:picMkLst>
            <pc:docMk/>
            <pc:sldMk cId="884921543" sldId="258"/>
            <ac:picMk id="7" creationId="{F90F3C88-1146-A0B6-3259-673D4700C894}"/>
          </ac:picMkLst>
        </pc:picChg>
        <pc:picChg chg="add del mod">
          <ac:chgData name="mansi ahuja" userId="1fc9052d0dc42663" providerId="LiveId" clId="{853210BB-ECEC-4DBE-8A4D-1D0854874801}" dt="2026-08-20T09:49:03.201" v="787" actId="21"/>
          <ac:picMkLst>
            <pc:docMk/>
            <pc:sldMk cId="884921543" sldId="258"/>
            <ac:picMk id="14" creationId="{7E75F46E-AA22-0AE2-010F-16EC28602FB6}"/>
          </ac:picMkLst>
        </pc:picChg>
        <pc:picChg chg="add del mod">
          <ac:chgData name="mansi ahuja" userId="1fc9052d0dc42663" providerId="LiveId" clId="{853210BB-ECEC-4DBE-8A4D-1D0854874801}" dt="2026-08-20T09:49:00.906" v="786" actId="21"/>
          <ac:picMkLst>
            <pc:docMk/>
            <pc:sldMk cId="884921543" sldId="258"/>
            <ac:picMk id="16" creationId="{863B6F25-A99E-F04C-12B3-D35253E6B7D2}"/>
          </ac:picMkLst>
        </pc:picChg>
        <pc:picChg chg="add del">
          <ac:chgData name="mansi ahuja" userId="1fc9052d0dc42663" providerId="LiveId" clId="{853210BB-ECEC-4DBE-8A4D-1D0854874801}" dt="2026-08-20T09:49:10.557" v="789" actId="21"/>
          <ac:picMkLst>
            <pc:docMk/>
            <pc:sldMk cId="884921543" sldId="258"/>
            <ac:picMk id="18" creationId="{68100D1C-1C1D-08BE-0499-1FADCE0D32A4}"/>
          </ac:picMkLst>
        </pc:picChg>
        <pc:picChg chg="add del">
          <ac:chgData name="mansi ahuja" userId="1fc9052d0dc42663" providerId="LiveId" clId="{853210BB-ECEC-4DBE-8A4D-1D0854874801}" dt="2026-08-20T09:50:33.254" v="791" actId="22"/>
          <ac:picMkLst>
            <pc:docMk/>
            <pc:sldMk cId="884921543" sldId="258"/>
            <ac:picMk id="20" creationId="{CE6F911E-7EBD-5C55-A09E-96822676690F}"/>
          </ac:picMkLst>
        </pc:picChg>
        <pc:picChg chg="add del mod">
          <ac:chgData name="mansi ahuja" userId="1fc9052d0dc42663" providerId="LiveId" clId="{853210BB-ECEC-4DBE-8A4D-1D0854874801}" dt="2026-08-20T09:51:21.265" v="795" actId="22"/>
          <ac:picMkLst>
            <pc:docMk/>
            <pc:sldMk cId="884921543" sldId="258"/>
            <ac:picMk id="22" creationId="{8C763DB5-9F48-A533-6AAF-4FEA255D16D8}"/>
          </ac:picMkLst>
        </pc:picChg>
        <pc:picChg chg="add del mod modCrop">
          <ac:chgData name="mansi ahuja" userId="1fc9052d0dc42663" providerId="LiveId" clId="{853210BB-ECEC-4DBE-8A4D-1D0854874801}" dt="2026-08-20T09:52:55.925" v="815" actId="21"/>
          <ac:picMkLst>
            <pc:docMk/>
            <pc:sldMk cId="884921543" sldId="258"/>
            <ac:picMk id="24" creationId="{63272DCF-ABE5-52AB-7C14-4DC171BA38D5}"/>
          </ac:picMkLst>
        </pc:picChg>
        <pc:picChg chg="add mod modCrop">
          <ac:chgData name="mansi ahuja" userId="1fc9052d0dc42663" providerId="LiveId" clId="{853210BB-ECEC-4DBE-8A4D-1D0854874801}" dt="2026-08-20T09:58:58.899" v="942" actId="14100"/>
          <ac:picMkLst>
            <pc:docMk/>
            <pc:sldMk cId="884921543" sldId="258"/>
            <ac:picMk id="28" creationId="{46936757-6328-507A-61EF-8F0E0C9AAD22}"/>
          </ac:picMkLst>
        </pc:picChg>
        <pc:picChg chg="add del mod">
          <ac:chgData name="mansi ahuja" userId="1fc9052d0dc42663" providerId="LiveId" clId="{853210BB-ECEC-4DBE-8A4D-1D0854874801}" dt="2026-08-20T09:55:21.291" v="843" actId="21"/>
          <ac:picMkLst>
            <pc:docMk/>
            <pc:sldMk cId="884921543" sldId="258"/>
            <ac:picMk id="30" creationId="{EE06F407-8049-0C07-65A8-8838D165413A}"/>
          </ac:picMkLst>
        </pc:picChg>
        <pc:picChg chg="add mod modCrop">
          <ac:chgData name="mansi ahuja" userId="1fc9052d0dc42663" providerId="LiveId" clId="{853210BB-ECEC-4DBE-8A4D-1D0854874801}" dt="2026-08-20T09:59:04.156" v="944" actId="1076"/>
          <ac:picMkLst>
            <pc:docMk/>
            <pc:sldMk cId="884921543" sldId="258"/>
            <ac:picMk id="34" creationId="{7089C9D4-7AD1-74D6-AC3F-EBAB3EFDF83C}"/>
          </ac:picMkLst>
        </pc:picChg>
      </pc:sldChg>
      <pc:sldChg chg="addSp delSp modSp new mod">
        <pc:chgData name="mansi ahuja" userId="1fc9052d0dc42663" providerId="LiveId" clId="{853210BB-ECEC-4DBE-8A4D-1D0854874801}" dt="2026-08-20T10:06:01.730" v="1060" actId="1076"/>
        <pc:sldMkLst>
          <pc:docMk/>
          <pc:sldMk cId="3118820436" sldId="259"/>
        </pc:sldMkLst>
        <pc:spChg chg="mod">
          <ac:chgData name="mansi ahuja" userId="1fc9052d0dc42663" providerId="LiveId" clId="{853210BB-ECEC-4DBE-8A4D-1D0854874801}" dt="2026-08-20T10:06:01.730" v="1060" actId="1076"/>
          <ac:spMkLst>
            <pc:docMk/>
            <pc:sldMk cId="3118820436" sldId="259"/>
            <ac:spMk id="2" creationId="{E2609B16-DC49-03A3-F9DB-AFABD5FF9814}"/>
          </ac:spMkLst>
        </pc:spChg>
        <pc:spChg chg="mod">
          <ac:chgData name="mansi ahuja" userId="1fc9052d0dc42663" providerId="LiveId" clId="{853210BB-ECEC-4DBE-8A4D-1D0854874801}" dt="2026-08-20T10:05:54.449" v="1059" actId="14100"/>
          <ac:spMkLst>
            <pc:docMk/>
            <pc:sldMk cId="3118820436" sldId="259"/>
            <ac:spMk id="3" creationId="{E30C5851-71E7-DB42-B4AF-D03BCA9E148C}"/>
          </ac:spMkLst>
        </pc:spChg>
        <pc:picChg chg="add mod">
          <ac:chgData name="mansi ahuja" userId="1fc9052d0dc42663" providerId="LiveId" clId="{853210BB-ECEC-4DBE-8A4D-1D0854874801}" dt="2026-08-20T10:05:15.301" v="1043" actId="1076"/>
          <ac:picMkLst>
            <pc:docMk/>
            <pc:sldMk cId="3118820436" sldId="259"/>
            <ac:picMk id="5" creationId="{A7C3D593-78FA-7F16-14DE-402B5062D854}"/>
          </ac:picMkLst>
        </pc:picChg>
        <pc:picChg chg="add del mod">
          <ac:chgData name="mansi ahuja" userId="1fc9052d0dc42663" providerId="LiveId" clId="{853210BB-ECEC-4DBE-8A4D-1D0854874801}" dt="2026-08-20T09:59:38.692" v="948" actId="21"/>
          <ac:picMkLst>
            <pc:docMk/>
            <pc:sldMk cId="3118820436" sldId="259"/>
            <ac:picMk id="7" creationId="{8CF59ECE-4A73-3BAC-CFAE-3B924A7B10EC}"/>
          </ac:picMkLst>
        </pc:picChg>
        <pc:picChg chg="add mod modCrop">
          <ac:chgData name="mansi ahuja" userId="1fc9052d0dc42663" providerId="LiveId" clId="{853210BB-ECEC-4DBE-8A4D-1D0854874801}" dt="2026-08-20T10:05:06.002" v="1042" actId="1076"/>
          <ac:picMkLst>
            <pc:docMk/>
            <pc:sldMk cId="3118820436" sldId="259"/>
            <ac:picMk id="9" creationId="{19A33728-D56C-D9AC-8DB6-9305DBC5B00A}"/>
          </ac:picMkLst>
        </pc:picChg>
      </pc:sldChg>
      <pc:sldChg chg="modSp new mod">
        <pc:chgData name="mansi ahuja" userId="1fc9052d0dc42663" providerId="LiveId" clId="{853210BB-ECEC-4DBE-8A4D-1D0854874801}" dt="2026-08-20T10:07:53.657" v="1123" actId="1076"/>
        <pc:sldMkLst>
          <pc:docMk/>
          <pc:sldMk cId="612152796" sldId="260"/>
        </pc:sldMkLst>
        <pc:spChg chg="mod">
          <ac:chgData name="mansi ahuja" userId="1fc9052d0dc42663" providerId="LiveId" clId="{853210BB-ECEC-4DBE-8A4D-1D0854874801}" dt="2026-08-20T10:07:53.657" v="1123" actId="1076"/>
          <ac:spMkLst>
            <pc:docMk/>
            <pc:sldMk cId="612152796" sldId="260"/>
            <ac:spMk id="2" creationId="{68CBEB62-F785-C594-3D2D-5D22EEAC8086}"/>
          </ac:spMkLst>
        </pc:spChg>
        <pc:spChg chg="mod">
          <ac:chgData name="mansi ahuja" userId="1fc9052d0dc42663" providerId="LiveId" clId="{853210BB-ECEC-4DBE-8A4D-1D0854874801}" dt="2026-08-20T10:07:23.350" v="1068" actId="14100"/>
          <ac:spMkLst>
            <pc:docMk/>
            <pc:sldMk cId="612152796" sldId="260"/>
            <ac:spMk id="3" creationId="{DB618AC2-A614-C11A-2C13-9775BA51C5C3}"/>
          </ac:spMkLst>
        </pc:spChg>
      </pc:sldChg>
      <pc:sldMasterChg chg="modSldLayout">
        <pc:chgData name="mansi ahuja" userId="1fc9052d0dc42663" providerId="LiveId" clId="{853210BB-ECEC-4DBE-8A4D-1D0854874801}" dt="2026-08-20T08:27:14.161" v="297"/>
        <pc:sldMasterMkLst>
          <pc:docMk/>
          <pc:sldMasterMk cId="1333326750" sldId="2147483790"/>
        </pc:sldMasterMkLst>
        <pc:sldLayoutChg chg="delSp">
          <pc:chgData name="mansi ahuja" userId="1fc9052d0dc42663" providerId="LiveId" clId="{853210BB-ECEC-4DBE-8A4D-1D0854874801}" dt="2026-08-20T08:27:14.161" v="297"/>
          <pc:sldLayoutMkLst>
            <pc:docMk/>
            <pc:sldMasterMk cId="1333326750" sldId="2147483790"/>
            <pc:sldLayoutMk cId="3284926429" sldId="2147483818"/>
          </pc:sldLayoutMkLst>
          <pc:picChg chg="del">
            <ac:chgData name="mansi ahuja" userId="1fc9052d0dc42663" providerId="LiveId" clId="{853210BB-ECEC-4DBE-8A4D-1D0854874801}" dt="2026-08-20T08:27:14.161" v="297"/>
            <ac:picMkLst>
              <pc:docMk/>
              <pc:sldMasterMk cId="1333326750" sldId="2147483790"/>
              <pc:sldLayoutMk cId="3284926429" sldId="2147483818"/>
              <ac:picMk id="7" creationId="{D29E0058-93A2-5291-6ACA-A0430862664F}"/>
            </ac:picMkLst>
          </pc:picChg>
        </pc:sldLayoutChg>
      </pc:sldMasterChg>
      <pc:sldMasterChg chg="setBg modSldLayout">
        <pc:chgData name="mansi ahuja" userId="1fc9052d0dc42663" providerId="LiveId" clId="{853210BB-ECEC-4DBE-8A4D-1D0854874801}" dt="2026-08-20T08:30:04.679" v="379"/>
        <pc:sldMasterMkLst>
          <pc:docMk/>
          <pc:sldMasterMk cId="83494084" sldId="2147483999"/>
        </pc:sldMasterMkLst>
        <pc:sldLayoutChg chg="setBg">
          <pc:chgData name="mansi ahuja" userId="1fc9052d0dc42663" providerId="LiveId" clId="{853210BB-ECEC-4DBE-8A4D-1D0854874801}" dt="2026-08-20T08:30:04.679" v="379"/>
          <pc:sldLayoutMkLst>
            <pc:docMk/>
            <pc:sldMasterMk cId="83494084" sldId="2147483999"/>
            <pc:sldLayoutMk cId="3662636297" sldId="2147484000"/>
          </pc:sldLayoutMkLst>
        </pc:sldLayoutChg>
        <pc:sldLayoutChg chg="setBg">
          <pc:chgData name="mansi ahuja" userId="1fc9052d0dc42663" providerId="LiveId" clId="{853210BB-ECEC-4DBE-8A4D-1D0854874801}" dt="2026-08-20T08:30:04.679" v="379"/>
          <pc:sldLayoutMkLst>
            <pc:docMk/>
            <pc:sldMasterMk cId="83494084" sldId="2147483999"/>
            <pc:sldLayoutMk cId="1253677559" sldId="2147484001"/>
          </pc:sldLayoutMkLst>
        </pc:sldLayoutChg>
        <pc:sldLayoutChg chg="setBg">
          <pc:chgData name="mansi ahuja" userId="1fc9052d0dc42663" providerId="LiveId" clId="{853210BB-ECEC-4DBE-8A4D-1D0854874801}" dt="2026-08-20T08:30:04.679" v="379"/>
          <pc:sldLayoutMkLst>
            <pc:docMk/>
            <pc:sldMasterMk cId="83494084" sldId="2147483999"/>
            <pc:sldLayoutMk cId="2360183991" sldId="2147484002"/>
          </pc:sldLayoutMkLst>
        </pc:sldLayoutChg>
        <pc:sldLayoutChg chg="setBg">
          <pc:chgData name="mansi ahuja" userId="1fc9052d0dc42663" providerId="LiveId" clId="{853210BB-ECEC-4DBE-8A4D-1D0854874801}" dt="2026-08-20T08:30:04.679" v="379"/>
          <pc:sldLayoutMkLst>
            <pc:docMk/>
            <pc:sldMasterMk cId="83494084" sldId="2147483999"/>
            <pc:sldLayoutMk cId="1520556925" sldId="2147484004"/>
          </pc:sldLayoutMkLst>
        </pc:sldLayoutChg>
        <pc:sldLayoutChg chg="setBg">
          <pc:chgData name="mansi ahuja" userId="1fc9052d0dc42663" providerId="LiveId" clId="{853210BB-ECEC-4DBE-8A4D-1D0854874801}" dt="2026-08-20T08:30:04.679" v="379"/>
          <pc:sldLayoutMkLst>
            <pc:docMk/>
            <pc:sldMasterMk cId="83494084" sldId="2147483999"/>
            <pc:sldLayoutMk cId="281481025" sldId="2147484005"/>
          </pc:sldLayoutMkLst>
        </pc:sldLayoutChg>
        <pc:sldLayoutChg chg="setBg">
          <pc:chgData name="mansi ahuja" userId="1fc9052d0dc42663" providerId="LiveId" clId="{853210BB-ECEC-4DBE-8A4D-1D0854874801}" dt="2026-08-20T08:30:04.679" v="379"/>
          <pc:sldLayoutMkLst>
            <pc:docMk/>
            <pc:sldMasterMk cId="83494084" sldId="2147483999"/>
            <pc:sldLayoutMk cId="2027042114" sldId="2147484006"/>
          </pc:sldLayoutMkLst>
        </pc:sldLayoutChg>
        <pc:sldLayoutChg chg="setBg">
          <pc:chgData name="mansi ahuja" userId="1fc9052d0dc42663" providerId="LiveId" clId="{853210BB-ECEC-4DBE-8A4D-1D0854874801}" dt="2026-08-20T08:30:04.679" v="379"/>
          <pc:sldLayoutMkLst>
            <pc:docMk/>
            <pc:sldMasterMk cId="83494084" sldId="2147483999"/>
            <pc:sldLayoutMk cId="4189591075" sldId="2147484007"/>
          </pc:sldLayoutMkLst>
        </pc:sldLayoutChg>
        <pc:sldLayoutChg chg="setBg">
          <pc:chgData name="mansi ahuja" userId="1fc9052d0dc42663" providerId="LiveId" clId="{853210BB-ECEC-4DBE-8A4D-1D0854874801}" dt="2026-08-20T08:30:04.679" v="379"/>
          <pc:sldLayoutMkLst>
            <pc:docMk/>
            <pc:sldMasterMk cId="83494084" sldId="2147483999"/>
            <pc:sldLayoutMk cId="3725296553" sldId="2147484008"/>
          </pc:sldLayoutMkLst>
        </pc:sldLayoutChg>
        <pc:sldLayoutChg chg="setBg">
          <pc:chgData name="mansi ahuja" userId="1fc9052d0dc42663" providerId="LiveId" clId="{853210BB-ECEC-4DBE-8A4D-1D0854874801}" dt="2026-08-20T08:30:04.679" v="379"/>
          <pc:sldLayoutMkLst>
            <pc:docMk/>
            <pc:sldMasterMk cId="83494084" sldId="2147483999"/>
            <pc:sldLayoutMk cId="3655861244" sldId="2147484009"/>
          </pc:sldLayoutMkLst>
        </pc:sldLayoutChg>
        <pc:sldLayoutChg chg="setBg">
          <pc:chgData name="mansi ahuja" userId="1fc9052d0dc42663" providerId="LiveId" clId="{853210BB-ECEC-4DBE-8A4D-1D0854874801}" dt="2026-08-20T08:30:04.679" v="379"/>
          <pc:sldLayoutMkLst>
            <pc:docMk/>
            <pc:sldMasterMk cId="83494084" sldId="2147483999"/>
            <pc:sldLayoutMk cId="1729154379" sldId="2147484010"/>
          </pc:sldLayoutMkLst>
        </pc:sldLayoutChg>
        <pc:sldLayoutChg chg="setBg">
          <pc:chgData name="mansi ahuja" userId="1fc9052d0dc42663" providerId="LiveId" clId="{853210BB-ECEC-4DBE-8A4D-1D0854874801}" dt="2026-08-20T08:30:04.679" v="379"/>
          <pc:sldLayoutMkLst>
            <pc:docMk/>
            <pc:sldMasterMk cId="83494084" sldId="2147483999"/>
            <pc:sldLayoutMk cId="2007730957" sldId="2147484011"/>
          </pc:sldLayoutMkLst>
        </pc:sldLayoutChg>
        <pc:sldLayoutChg chg="setBg">
          <pc:chgData name="mansi ahuja" userId="1fc9052d0dc42663" providerId="LiveId" clId="{853210BB-ECEC-4DBE-8A4D-1D0854874801}" dt="2026-08-20T08:30:04.679" v="379"/>
          <pc:sldLayoutMkLst>
            <pc:docMk/>
            <pc:sldMasterMk cId="83494084" sldId="2147483999"/>
            <pc:sldLayoutMk cId="3693321242" sldId="2147484012"/>
          </pc:sldLayoutMkLst>
        </pc:sldLayoutChg>
        <pc:sldLayoutChg chg="setBg">
          <pc:chgData name="mansi ahuja" userId="1fc9052d0dc42663" providerId="LiveId" clId="{853210BB-ECEC-4DBE-8A4D-1D0854874801}" dt="2026-08-20T08:30:04.679" v="379"/>
          <pc:sldLayoutMkLst>
            <pc:docMk/>
            <pc:sldMasterMk cId="83494084" sldId="2147483999"/>
            <pc:sldLayoutMk cId="3749900101" sldId="2147484013"/>
          </pc:sldLayoutMkLst>
        </pc:sldLayoutChg>
        <pc:sldLayoutChg chg="setBg">
          <pc:chgData name="mansi ahuja" userId="1fc9052d0dc42663" providerId="LiveId" clId="{853210BB-ECEC-4DBE-8A4D-1D0854874801}" dt="2026-08-20T08:30:04.679" v="379"/>
          <pc:sldLayoutMkLst>
            <pc:docMk/>
            <pc:sldMasterMk cId="83494084" sldId="2147483999"/>
            <pc:sldLayoutMk cId="2580735032" sldId="2147484014"/>
          </pc:sldLayoutMkLst>
        </pc:sldLayoutChg>
        <pc:sldLayoutChg chg="setBg">
          <pc:chgData name="mansi ahuja" userId="1fc9052d0dc42663" providerId="LiveId" clId="{853210BB-ECEC-4DBE-8A4D-1D0854874801}" dt="2026-08-20T08:30:04.679" v="379"/>
          <pc:sldLayoutMkLst>
            <pc:docMk/>
            <pc:sldMasterMk cId="83494084" sldId="2147483999"/>
            <pc:sldLayoutMk cId="3713260665" sldId="2147484015"/>
          </pc:sldLayoutMkLst>
        </pc:sldLayoutChg>
        <pc:sldLayoutChg chg="setBg">
          <pc:chgData name="mansi ahuja" userId="1fc9052d0dc42663" providerId="LiveId" clId="{853210BB-ECEC-4DBE-8A4D-1D0854874801}" dt="2026-08-20T08:30:04.679" v="379"/>
          <pc:sldLayoutMkLst>
            <pc:docMk/>
            <pc:sldMasterMk cId="83494084" sldId="2147483999"/>
            <pc:sldLayoutMk cId="3485540692" sldId="2147484016"/>
          </pc:sldLayoutMkLst>
        </pc:sldLayoutChg>
        <pc:sldLayoutChg chg="setBg">
          <pc:chgData name="mansi ahuja" userId="1fc9052d0dc42663" providerId="LiveId" clId="{853210BB-ECEC-4DBE-8A4D-1D0854874801}" dt="2026-08-20T08:30:04.679" v="379"/>
          <pc:sldLayoutMkLst>
            <pc:docMk/>
            <pc:sldMasterMk cId="83494084" sldId="2147483999"/>
            <pc:sldLayoutMk cId="2191338040" sldId="2147484017"/>
          </pc:sldLayoutMkLst>
        </pc:sldLayoutChg>
        <pc:sldLayoutChg chg="setBg">
          <pc:chgData name="mansi ahuja" userId="1fc9052d0dc42663" providerId="LiveId" clId="{853210BB-ECEC-4DBE-8A4D-1D0854874801}" dt="2026-08-20T08:30:04.679" v="379"/>
          <pc:sldLayoutMkLst>
            <pc:docMk/>
            <pc:sldMasterMk cId="83494084" sldId="2147483999"/>
            <pc:sldLayoutMk cId="2951351159" sldId="2147484018"/>
          </pc:sldLayoutMkLst>
        </pc:sldLayoutChg>
        <pc:sldLayoutChg chg="setBg">
          <pc:chgData name="mansi ahuja" userId="1fc9052d0dc42663" providerId="LiveId" clId="{853210BB-ECEC-4DBE-8A4D-1D0854874801}" dt="2026-08-20T08:30:04.679" v="379"/>
          <pc:sldLayoutMkLst>
            <pc:docMk/>
            <pc:sldMasterMk cId="83494084" sldId="2147483999"/>
            <pc:sldLayoutMk cId="761181907" sldId="2147484019"/>
          </pc:sldLayoutMkLst>
        </pc:sldLayoutChg>
        <pc:sldLayoutChg chg="setBg">
          <pc:chgData name="mansi ahuja" userId="1fc9052d0dc42663" providerId="LiveId" clId="{853210BB-ECEC-4DBE-8A4D-1D0854874801}" dt="2026-08-20T08:30:04.679" v="379"/>
          <pc:sldLayoutMkLst>
            <pc:docMk/>
            <pc:sldMasterMk cId="83494084" sldId="2147483999"/>
            <pc:sldLayoutMk cId="802743861" sldId="2147484020"/>
          </pc:sldLayoutMkLst>
        </pc:sldLayoutChg>
        <pc:sldLayoutChg chg="setBg">
          <pc:chgData name="mansi ahuja" userId="1fc9052d0dc42663" providerId="LiveId" clId="{853210BB-ECEC-4DBE-8A4D-1D0854874801}" dt="2026-08-20T08:30:04.679" v="379"/>
          <pc:sldLayoutMkLst>
            <pc:docMk/>
            <pc:sldMasterMk cId="83494084" sldId="2147483999"/>
            <pc:sldLayoutMk cId="4047098236" sldId="2147484021"/>
          </pc:sldLayoutMkLst>
        </pc:sldLayoutChg>
        <pc:sldLayoutChg chg="setBg">
          <pc:chgData name="mansi ahuja" userId="1fc9052d0dc42663" providerId="LiveId" clId="{853210BB-ECEC-4DBE-8A4D-1D0854874801}" dt="2026-08-20T08:30:04.679" v="379"/>
          <pc:sldLayoutMkLst>
            <pc:docMk/>
            <pc:sldMasterMk cId="83494084" sldId="2147483999"/>
            <pc:sldLayoutMk cId="1815826416" sldId="2147484022"/>
          </pc:sldLayoutMkLst>
        </pc:sldLayoutChg>
        <pc:sldLayoutChg chg="setBg">
          <pc:chgData name="mansi ahuja" userId="1fc9052d0dc42663" providerId="LiveId" clId="{853210BB-ECEC-4DBE-8A4D-1D0854874801}" dt="2026-08-20T08:30:04.679" v="379"/>
          <pc:sldLayoutMkLst>
            <pc:docMk/>
            <pc:sldMasterMk cId="83494084" sldId="2147483999"/>
            <pc:sldLayoutMk cId="3172865959" sldId="2147484025"/>
          </pc:sldLayoutMkLst>
        </pc:sldLayoutChg>
        <pc:sldLayoutChg chg="setBg">
          <pc:chgData name="mansi ahuja" userId="1fc9052d0dc42663" providerId="LiveId" clId="{853210BB-ECEC-4DBE-8A4D-1D0854874801}" dt="2026-08-20T08:30:04.679" v="379"/>
          <pc:sldLayoutMkLst>
            <pc:docMk/>
            <pc:sldMasterMk cId="83494084" sldId="2147483999"/>
            <pc:sldLayoutMk cId="2640765759" sldId="2147484026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A42E-9710-4EED-9143-18AA0D2FA27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AF12E-E257-495B-931C-FD8FC3F1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956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A42E-9710-4EED-9143-18AA0D2FA27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AF12E-E257-495B-931C-FD8FC3F1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924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A42E-9710-4EED-9143-18AA0D2FA27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AF12E-E257-495B-931C-FD8FC3F1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519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A42E-9710-4EED-9143-18AA0D2FA27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AF12E-E257-495B-931C-FD8FC3F1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829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A42E-9710-4EED-9143-18AA0D2FA27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AF12E-E257-495B-931C-FD8FC3F1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536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A42E-9710-4EED-9143-18AA0D2FA27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AF12E-E257-495B-931C-FD8FC3F1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476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A42E-9710-4EED-9143-18AA0D2FA27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AF12E-E257-495B-931C-FD8FC3F1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289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A42E-9710-4EED-9143-18AA0D2FA27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AF12E-E257-495B-931C-FD8FC3F1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836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A42E-9710-4EED-9143-18AA0D2FA27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AF12E-E257-495B-931C-FD8FC3F1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436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A42E-9710-4EED-9143-18AA0D2FA27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AF12E-E257-495B-931C-FD8FC3F1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429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A42E-9710-4EED-9143-18AA0D2FA27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AF12E-E257-495B-931C-FD8FC3F1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630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A42E-9710-4EED-9143-18AA0D2FA27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AF12E-E257-495B-931C-FD8FC3F175D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21855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A42E-9710-4EED-9143-18AA0D2FA27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AF12E-E257-495B-931C-FD8FC3F1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1601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A42E-9710-4EED-9143-18AA0D2FA27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AF12E-E257-495B-931C-FD8FC3F1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322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A42E-9710-4EED-9143-18AA0D2FA27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AF12E-E257-495B-931C-FD8FC3F1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0318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A42E-9710-4EED-9143-18AA0D2FA27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AF12E-E257-495B-931C-FD8FC3F1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233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A42E-9710-4EED-9143-18AA0D2FA27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AF12E-E257-495B-931C-FD8FC3F1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1559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7A42E-9710-4EED-9143-18AA0D2FA27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AF12E-E257-495B-931C-FD8FC3F175D0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237361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637A42E-9710-4EED-9143-18AA0D2FA27B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AF12E-E257-495B-931C-FD8FC3F175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6349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16" r:id="rId1"/>
    <p:sldLayoutId id="2147484117" r:id="rId2"/>
    <p:sldLayoutId id="2147484118" r:id="rId3"/>
    <p:sldLayoutId id="2147484119" r:id="rId4"/>
    <p:sldLayoutId id="2147484120" r:id="rId5"/>
    <p:sldLayoutId id="2147484121" r:id="rId6"/>
    <p:sldLayoutId id="2147484122" r:id="rId7"/>
    <p:sldLayoutId id="2147484123" r:id="rId8"/>
    <p:sldLayoutId id="2147484124" r:id="rId9"/>
    <p:sldLayoutId id="2147484125" r:id="rId10"/>
    <p:sldLayoutId id="2147484126" r:id="rId11"/>
    <p:sldLayoutId id="2147484127" r:id="rId12"/>
    <p:sldLayoutId id="2147484128" r:id="rId13"/>
    <p:sldLayoutId id="2147484129" r:id="rId14"/>
    <p:sldLayoutId id="2147484130" r:id="rId15"/>
    <p:sldLayoutId id="2147484131" r:id="rId16"/>
    <p:sldLayoutId id="2147484132" r:id="rId17"/>
    <p:sldLayoutId id="2147484133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74166D-4482-E799-EB1D-514F8FACFA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1966452"/>
            <a:ext cx="12192000" cy="2517059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Objectives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Perform basic scientific finance and time  calculations.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3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Provide a simple and user-friendly interface</a:t>
            </a:r>
            <a:r>
              <a:rPr lang="en-IN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IN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5BD386-23FE-4857-3F9D-32D002515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0311"/>
            <a:ext cx="12192000" cy="1689663"/>
          </a:xfrm>
        </p:spPr>
        <p:txBody>
          <a:bodyPr>
            <a:normAutofit fontScale="90000"/>
          </a:bodyPr>
          <a:lstStyle/>
          <a:p>
            <a:pPr algn="ctr"/>
            <a:r>
              <a:rPr lang="en-IN" sz="6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Python </a:t>
            </a:r>
            <a:r>
              <a:rPr lang="en-IN" sz="6000" b="1" dirty="0" err="1">
                <a:solidFill>
                  <a:schemeClr val="accent5">
                    <a:lumMod val="40000"/>
                    <a:lumOff val="60000"/>
                  </a:schemeClr>
                </a:solidFill>
              </a:rPr>
              <a:t>Tkinter</a:t>
            </a:r>
            <a:r>
              <a:rPr lang="en-IN" sz="6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Based  Advanced </a:t>
            </a:r>
            <a:r>
              <a:rPr lang="en-IN" sz="66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calculator</a:t>
            </a:r>
            <a:r>
              <a:rPr lang="en-IN" sz="60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6754FF-CB75-427C-B6AC-D88DC86B4D3D}"/>
              </a:ext>
            </a:extLst>
          </p:cNvPr>
          <p:cNvSpPr txBox="1"/>
          <p:nvPr/>
        </p:nvSpPr>
        <p:spPr>
          <a:xfrm>
            <a:off x="2010697" y="5475767"/>
            <a:ext cx="123493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/>
              <a:t>    </a:t>
            </a:r>
            <a:r>
              <a:rPr lang="en-IN" sz="28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GUIDANCE:  NEXTHIKES IT SOLUTIONS</a:t>
            </a:r>
          </a:p>
          <a:p>
            <a:pPr algn="ctr"/>
            <a:r>
              <a:rPr lang="en-IN" sz="28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Presented BY : MANSHI AHUJA</a:t>
            </a:r>
            <a:endParaRPr lang="en-IN" sz="2800" b="1" i="1" u="sng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564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4CC23B-EADF-C933-DAC7-CF55AC792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96" y="69462"/>
            <a:ext cx="12174793" cy="74004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800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MAIN FEATURES OF CALCULATOR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F7A994-B631-37AE-96F8-8BAECDEC42CD}"/>
              </a:ext>
            </a:extLst>
          </p:cNvPr>
          <p:cNvSpPr txBox="1"/>
          <p:nvPr/>
        </p:nvSpPr>
        <p:spPr>
          <a:xfrm>
            <a:off x="105696" y="1314407"/>
            <a:ext cx="467278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Basic &amp; Scientific Calculator</a:t>
            </a:r>
          </a:p>
          <a:p>
            <a:pPr>
              <a:buNone/>
            </a:pPr>
            <a:r>
              <a:rPr lang="en-IN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Basic Calculations</a:t>
            </a:r>
            <a:endParaRPr lang="en-IN" sz="20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Addition, subtraction, multiplication and division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Percentage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Square and square root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Power and π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Brackets </a:t>
            </a:r>
          </a:p>
          <a:p>
            <a:pPr>
              <a:buNone/>
            </a:pPr>
            <a:r>
              <a:rPr lang="en-IN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Scientific Calculations</a:t>
            </a:r>
            <a:endParaRPr lang="en-IN" sz="20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sin, cos, tan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log and ln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Factorial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Reciprocal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Powers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FA14DB-64EB-7833-F4DF-4C303BEF13BD}"/>
              </a:ext>
            </a:extLst>
          </p:cNvPr>
          <p:cNvSpPr txBox="1"/>
          <p:nvPr/>
        </p:nvSpPr>
        <p:spPr>
          <a:xfrm>
            <a:off x="4778476" y="1292709"/>
            <a:ext cx="378296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Finance &amp; Time Converter</a:t>
            </a:r>
          </a:p>
          <a:p>
            <a:pPr>
              <a:buNone/>
            </a:pPr>
            <a:r>
              <a:rPr lang="en-IN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Finance Calculator</a:t>
            </a:r>
            <a:endParaRPr lang="en-IN" sz="20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Simple Interest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Compound Interest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EMI Calculator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User input for principal, rate, time and loan details </a:t>
            </a:r>
          </a:p>
          <a:p>
            <a:pPr>
              <a:buNone/>
            </a:pPr>
            <a:r>
              <a:rPr lang="en-IN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Time Converter</a:t>
            </a:r>
            <a:endParaRPr lang="en-IN" sz="20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Minutes → Seconds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Hours → Seconds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Minutes &amp; Seconds → Total Seconds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5876B8-38C3-E76D-85E1-698E973A1A4A}"/>
              </a:ext>
            </a:extLst>
          </p:cNvPr>
          <p:cNvSpPr txBox="1"/>
          <p:nvPr/>
        </p:nvSpPr>
        <p:spPr>
          <a:xfrm>
            <a:off x="8568813" y="1314407"/>
            <a:ext cx="356665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Additional Features &amp; Working</a:t>
            </a:r>
          </a:p>
          <a:p>
            <a:pPr>
              <a:buNone/>
            </a:pPr>
            <a:r>
              <a:rPr lang="en-IN" sz="20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Additional Features</a:t>
            </a:r>
            <a:endParaRPr lang="en-IN" sz="20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MC, MR, M+, M-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Ans button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Calculation History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Copy Result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Keyboard Support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Dark / Light Theme</a:t>
            </a:r>
            <a:endParaRPr lang="en-IN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8BFA47-6B05-C970-3212-791682E04EF1}"/>
              </a:ext>
            </a:extLst>
          </p:cNvPr>
          <p:cNvSpPr txBox="1"/>
          <p:nvPr/>
        </p:nvSpPr>
        <p:spPr>
          <a:xfrm>
            <a:off x="-297426" y="5737310"/>
            <a:ext cx="14679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Working</a:t>
            </a:r>
            <a:br>
              <a:rPr lang="en-IN" dirty="0">
                <a:solidFill>
                  <a:schemeClr val="accent3">
                    <a:lumMod val="40000"/>
                    <a:lumOff val="60000"/>
                  </a:schemeClr>
                </a:solidFill>
              </a:rPr>
            </a:br>
            <a:r>
              <a:rPr lang="en-IN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User Input → Processing → Calculation → Result → History</a:t>
            </a:r>
            <a:endParaRPr lang="en-IN" dirty="0">
              <a:solidFill>
                <a:schemeClr val="accent3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288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46936757-6328-507A-61EF-8F0E0C9AAD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299" t="1014" r="54720" b="15345"/>
          <a:stretch>
            <a:fillRect/>
          </a:stretch>
        </p:blipFill>
        <p:spPr>
          <a:xfrm>
            <a:off x="115612" y="876357"/>
            <a:ext cx="4288221" cy="565456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9414962-4C13-B4F2-D194-5B5B05F16FAC}"/>
              </a:ext>
            </a:extLst>
          </p:cNvPr>
          <p:cNvSpPr txBox="1"/>
          <p:nvPr/>
        </p:nvSpPr>
        <p:spPr>
          <a:xfrm>
            <a:off x="325818" y="190711"/>
            <a:ext cx="386780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dirty="0"/>
              <a:t>BASIC INTERFACE           </a:t>
            </a:r>
            <a:endParaRPr lang="en-IN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089C9D4-7AD1-74D6-AC3F-EBAB3EFDF8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2" t="4993" r="44830" b="16131"/>
          <a:stretch>
            <a:fillRect/>
          </a:stretch>
        </p:blipFill>
        <p:spPr>
          <a:xfrm>
            <a:off x="6815002" y="876357"/>
            <a:ext cx="4908331" cy="565456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F1166E8-D3EC-7E0D-F3C7-0C07C14EC17B}"/>
              </a:ext>
            </a:extLst>
          </p:cNvPr>
          <p:cNvSpPr txBox="1"/>
          <p:nvPr/>
        </p:nvSpPr>
        <p:spPr>
          <a:xfrm>
            <a:off x="6888576" y="190711"/>
            <a:ext cx="476118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dirty="0"/>
              <a:t>SCIENTIFIC INTERFACE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4921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2609B16-DC49-03A3-F9DB-AFABD5FF9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36828" y="-86141"/>
            <a:ext cx="5891134" cy="654839"/>
          </a:xfrm>
        </p:spPr>
        <p:txBody>
          <a:bodyPr/>
          <a:lstStyle/>
          <a:p>
            <a:r>
              <a:rPr lang="en-IN" sz="2700" spc="-110" dirty="0">
                <a:latin typeface="+mj-lt"/>
                <a:ea typeface="+mj-ea"/>
                <a:cs typeface="+mj-cs"/>
              </a:rPr>
              <a:t>TIME INTERFACE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0C5851-71E7-DB42-B4AF-D03BCA9E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51" y="-86141"/>
            <a:ext cx="3962398" cy="1074113"/>
          </a:xfrm>
        </p:spPr>
        <p:txBody>
          <a:bodyPr>
            <a:normAutofit/>
          </a:bodyPr>
          <a:lstStyle/>
          <a:p>
            <a:r>
              <a:rPr lang="en-IN" sz="2800" dirty="0"/>
              <a:t>FINANCE INTERFACE</a:t>
            </a:r>
            <a:br>
              <a:rPr lang="en-IN" sz="2800" dirty="0"/>
            </a:b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C3D593-78FA-7F16-14DE-402B5062D8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0" t="2907" r="70163" b="4734"/>
          <a:stretch>
            <a:fillRect/>
          </a:stretch>
        </p:blipFill>
        <p:spPr>
          <a:xfrm>
            <a:off x="0" y="654839"/>
            <a:ext cx="4456387" cy="62116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A33728-D56C-D9AC-8DB6-9305DBC5B0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13" t="2972" r="61480" b="5733"/>
          <a:stretch>
            <a:fillRect/>
          </a:stretch>
        </p:blipFill>
        <p:spPr>
          <a:xfrm>
            <a:off x="6936828" y="712075"/>
            <a:ext cx="4361794" cy="6080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820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68CBEB62-F785-C594-3D2D-5D22EEAC8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433" y="830318"/>
            <a:ext cx="11987134" cy="557048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lvl="0"/>
            <a:r>
              <a:rPr lang="en-IN" dirty="0"/>
              <a:t>Successfully developed an </a:t>
            </a:r>
            <a:r>
              <a:rPr lang="en-IN" b="1" dirty="0"/>
              <a:t>Advanced Calculator using Python and </a:t>
            </a:r>
            <a:r>
              <a:rPr lang="en-IN" b="1" dirty="0" err="1"/>
              <a:t>Tkinter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Provides Basic, Scientific, Finance and Time calculation features. </a:t>
            </a:r>
          </a:p>
          <a:p>
            <a:pPr lvl="0"/>
            <a:r>
              <a:rPr lang="en-IN" dirty="0"/>
              <a:t>Includes Memory, History, Keyboard Support and Theme options. </a:t>
            </a:r>
          </a:p>
          <a:p>
            <a:pPr lvl="0"/>
            <a:r>
              <a:rPr lang="en-IN" dirty="0"/>
              <a:t>Simple and user-friendly GUI makes calculations easy and efficient. </a:t>
            </a:r>
          </a:p>
          <a:p>
            <a:r>
              <a:rPr lang="en-IN" b="1" dirty="0"/>
              <a:t>Future Scope</a:t>
            </a:r>
            <a:endParaRPr lang="en-IN" dirty="0"/>
          </a:p>
          <a:p>
            <a:pPr lvl="0"/>
            <a:r>
              <a:rPr lang="en-IN" dirty="0"/>
              <a:t>Currency Converter </a:t>
            </a:r>
          </a:p>
          <a:p>
            <a:pPr lvl="0"/>
            <a:r>
              <a:rPr lang="en-IN" dirty="0"/>
              <a:t>Unit Converter </a:t>
            </a:r>
          </a:p>
          <a:p>
            <a:pPr lvl="0"/>
            <a:r>
              <a:rPr lang="en-IN" dirty="0"/>
              <a:t>Graph Calculator </a:t>
            </a:r>
          </a:p>
          <a:p>
            <a:pPr lvl="0"/>
            <a:r>
              <a:rPr lang="en-IN" dirty="0"/>
              <a:t>More Scientific Functions </a:t>
            </a:r>
          </a:p>
          <a:p>
            <a:pPr lvl="0"/>
            <a:r>
              <a:rPr lang="en-IN" dirty="0"/>
              <a:t>Improved UI and Customization </a:t>
            </a:r>
          </a:p>
          <a:p>
            <a:r>
              <a:rPr lang="en-IN" b="1" dirty="0"/>
              <a:t>Thank You!</a:t>
            </a:r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618AC2-A614-C11A-2C13-9775BA51C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354" y="-478465"/>
            <a:ext cx="9683496" cy="1960424"/>
          </a:xfrm>
        </p:spPr>
        <p:txBody>
          <a:bodyPr/>
          <a:lstStyle/>
          <a:p>
            <a:r>
              <a:rPr lang="en-IN" b="1" dirty="0"/>
              <a:t>Conclusion &amp; Future Scope</a:t>
            </a:r>
            <a:br>
              <a:rPr lang="en-IN" b="1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21527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108</TotalTime>
  <Words>219</Words>
  <Application>Microsoft Office PowerPoint</Application>
  <PresentationFormat>Widescreen</PresentationFormat>
  <Paragraphs>56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Ion</vt:lpstr>
      <vt:lpstr>Python Tkinter Based  Advanced calculator </vt:lpstr>
      <vt:lpstr>MAIN FEATURES OF CALCULATOR</vt:lpstr>
      <vt:lpstr>PowerPoint Presentation</vt:lpstr>
      <vt:lpstr>FINANCE INTERFACE </vt:lpstr>
      <vt:lpstr>Conclusion &amp; Future Scope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mansi ahuja</dc:creator>
  <cp:lastModifiedBy>mansi ahuja</cp:lastModifiedBy>
  <cp:revision>1</cp:revision>
  <dcterms:created xsi:type="dcterms:W3CDTF">2026-08-20T08:19:55Z</dcterms:created>
  <dcterms:modified xsi:type="dcterms:W3CDTF">2026-08-20T10:08:06Z</dcterms:modified>
</cp:coreProperties>
</file>